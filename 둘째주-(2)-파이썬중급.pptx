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87" r:id="rId2"/>
    <p:sldId id="282" r:id="rId3"/>
    <p:sldId id="415" r:id="rId4"/>
    <p:sldId id="416" r:id="rId5"/>
    <p:sldId id="417" r:id="rId6"/>
    <p:sldId id="425" r:id="rId7"/>
    <p:sldId id="418" r:id="rId8"/>
    <p:sldId id="419" r:id="rId9"/>
    <p:sldId id="420" r:id="rId10"/>
    <p:sldId id="426" r:id="rId11"/>
    <p:sldId id="421" r:id="rId12"/>
    <p:sldId id="427" r:id="rId13"/>
    <p:sldId id="428" r:id="rId14"/>
    <p:sldId id="422" r:id="rId15"/>
    <p:sldId id="429" r:id="rId16"/>
    <p:sldId id="430" r:id="rId17"/>
    <p:sldId id="431" r:id="rId18"/>
    <p:sldId id="432" r:id="rId19"/>
    <p:sldId id="423" r:id="rId20"/>
    <p:sldId id="433" r:id="rId21"/>
    <p:sldId id="434" r:id="rId22"/>
    <p:sldId id="435" r:id="rId23"/>
    <p:sldId id="424" r:id="rId24"/>
    <p:sldId id="436" r:id="rId25"/>
    <p:sldId id="437" r:id="rId26"/>
    <p:sldId id="438" r:id="rId27"/>
    <p:sldId id="439" r:id="rId28"/>
    <p:sldId id="414" r:id="rId29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1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004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DE57BD7-6E0A-4654-8A8E-45C9B546C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90836C-64D8-4B00-AF23-4EC6ECD071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A3DF36-72CB-4BD0-95EF-0A4C8AB0C029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CE8BD2C-751C-4D6A-BAA0-6B48B088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19AC6DE-15A7-4637-BE2A-1F6A92DAA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6FB4F-BC62-43BA-8162-7B34D70C09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F8414-35E0-440F-9014-C342F8BBA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53F1AAE-D5E4-44D4-AE0C-3A0245E2814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775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88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493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07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40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140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015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240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996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257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684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771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080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200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115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915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320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248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361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491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872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5626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0399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404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287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6947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>
            <a:extLst>
              <a:ext uri="{FF2B5EF4-FFF2-40B4-BE49-F238E27FC236}">
                <a16:creationId xmlns:a16="http://schemas.microsoft.com/office/drawing/2014/main" id="{7D134615-8354-4988-90A3-ACC602B44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>
            <a:extLst>
              <a:ext uri="{FF2B5EF4-FFF2-40B4-BE49-F238E27FC236}">
                <a16:creationId xmlns:a16="http://schemas.microsoft.com/office/drawing/2014/main" id="{09D80C2F-1DF4-4032-9AAC-F267E4782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9332" name="슬라이드 번호 개체 틀 3">
            <a:extLst>
              <a:ext uri="{FF2B5EF4-FFF2-40B4-BE49-F238E27FC236}">
                <a16:creationId xmlns:a16="http://schemas.microsoft.com/office/drawing/2014/main" id="{B606F641-B9C1-42A4-B9E0-4AE21EF710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78118F-0833-4CE6-ACF9-EDCD7E8F2FDC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20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3E70D-639B-4F24-9546-1A1D88E92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29BD01-DB6D-481D-8812-AC619E82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B16EF-AF43-443C-964F-E3637FED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93F610-EC9F-49AF-BEE7-BFECFBEE6B62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4EA2F-911D-48DE-8BEF-3CAA8C66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EBBB8-3312-4ED0-8229-46139B8B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58AB4F4-AAE8-4439-8C60-54BA36FC84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4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769A8-9AF7-406A-9493-ABFDEEB6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DFD6-07A0-4F2E-AAA4-B8EBF1FD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2C10F-8AD1-4CEE-B22F-D5531E7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7DEF653-2431-4A0E-9654-9ACB9D51FBE7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35EECA-72DC-4BD4-B0AB-FA64181B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0EC19-3B01-4402-96B5-C499BD89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4E1167C-F991-4836-8C18-AE230C6BF58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6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4FECC-54DA-4AE7-A17E-22058E2C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DFE1E-F1FA-45E7-983F-80552D737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EA5F0-8154-43A8-8D33-471531B1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F262E2-F89F-4A75-B54F-D6A8EF2BF1D9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14E77-F129-48B9-AC09-211BAEF7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B410-842C-48FF-BFF7-119062E7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938400F-1A3B-4F2D-8A86-FE81616170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64CD-C159-42EE-9204-80C8CA9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E1860-5D8C-4122-8171-2DF7F74BE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30E9D-78D7-42AB-BE75-DCC781A2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BC3B4-068C-4788-9769-E92FD962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3B8D971-5704-4145-A919-9D554FEA486D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FBA1-12A0-4947-A3CD-1A8E91F7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A3913B-B113-47D4-84EA-EB643657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363F4B-481F-40B9-AF0B-5BC614D296D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0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7A24-C952-4A9A-B023-1E809E30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70054-A956-453B-ADB4-760D845B6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8F5E92-8FF3-47E1-B76E-9ED7E685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61E73-1E7C-48BE-A066-63000949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D66483-D5D0-4515-BE36-5F119859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514F2B-EEC2-4AB0-B950-A46D79B5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B7BDD3F-43B3-4C4F-8D08-A54CB3D7E68D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24F9E2-F0E1-41AA-BCF4-EE8BAA01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F09759-156F-4647-9F42-84D66ABF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5DD5644-BEC7-463E-B6D9-F45E0D6469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BF5D4-9CC4-443F-A94E-0956745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FE8C62-0803-48ED-A0C0-4641E342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3355378-CBBB-46C3-9CB1-42FDE5043C5B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B9E311-E6EA-4E0E-908C-3C6DB9F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0BB1C2-B304-4BA4-8AC9-50C1E26F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12DAEF-D8BE-4A95-9621-3C7C61594A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610685-5AA5-4BCE-A1A5-33921F02192B}"/>
              </a:ext>
            </a:extLst>
          </p:cNvPr>
          <p:cNvSpPr/>
          <p:nvPr userDrawn="1"/>
        </p:nvSpPr>
        <p:spPr>
          <a:xfrm>
            <a:off x="0" y="0"/>
            <a:ext cx="12192000" cy="90646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37423A-65A9-4B83-BDCA-3F6F474D4956}"/>
              </a:ext>
            </a:extLst>
          </p:cNvPr>
          <p:cNvSpPr/>
          <p:nvPr userDrawn="1"/>
        </p:nvSpPr>
        <p:spPr>
          <a:xfrm>
            <a:off x="0" y="6375400"/>
            <a:ext cx="12192000" cy="5159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바닥글 개체 틀 2">
            <a:extLst>
              <a:ext uri="{FF2B5EF4-FFF2-40B4-BE49-F238E27FC236}">
                <a16:creationId xmlns:a16="http://schemas.microsoft.com/office/drawing/2014/main" id="{03C89755-87E1-4D6C-B740-03B4E772C406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빅데이터분석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737D079-2C0D-4521-A876-B9F4A5FA5F09}"/>
              </a:ext>
            </a:extLst>
          </p:cNvPr>
          <p:cNvSpPr txBox="1">
            <a:spLocks/>
          </p:cNvSpPr>
          <p:nvPr userDrawn="1"/>
        </p:nvSpPr>
        <p:spPr>
          <a:xfrm>
            <a:off x="9281720" y="645242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A57A4BD-6EDC-46A2-834B-61CF7CE0EBB4}" type="slidenum">
              <a:rPr lang="ko-KR" altLang="en-US" sz="1400" b="1" smtClean="0">
                <a:highlight>
                  <a:srgbClr val="FFFF00"/>
                </a:highlight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4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9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E6E4C-8DC1-4A6E-90F7-4279984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BCDBD-ABFC-4B82-96DF-BB8BEE9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6CFB77-90F2-48E2-8A9E-01A4DBE30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036D9-3BB3-46E6-B802-D293EB26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58422B7-24C4-472A-88B6-6AA6CE96B749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36836-273F-4845-A376-2720054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74232-E956-49BA-BDA5-BA77544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0B0596-D5FC-4448-AEED-9D0327509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98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7DCA-43CC-47A7-88FB-A41ECEC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237996-607D-4B3D-BAC5-25D979EA0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9851F2-09B6-4956-9BF0-DFEF038C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C56C3-12A8-4759-8E4A-40EA84B3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7EDF4F-80DE-426F-943F-FF36A6E1559A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A47C3B-8032-4D3E-A47B-4B42405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CFC89-AEEF-4956-BE87-8BC4DE09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96D3F32-FF73-4782-9A44-4690EBFCA6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1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2C7B6-4FA9-4E7B-80EB-4943C2A9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FEE5A-6421-4F73-841B-000457CED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BDD94-E9E6-406E-A82E-C020B841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8A923E1-B626-4A76-A4A7-3115B0A6081E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FED8-F9E0-4F82-881D-E9B65891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BB101-8682-41CF-889C-33F581D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FA2CD7F-A1BC-4C3E-B760-D215897D13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9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15334E-4487-4417-967C-1054F7FAA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C0DBE-A6CA-4D05-A2C8-13FBC03B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B6FFD-80C7-4D3E-B5D7-444EFD0C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945837B-DF37-466E-9BF2-3F16DC998E80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3EF1A-449A-4DB3-9434-6F6DB43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CB683-FD5A-4B72-BD46-BFF8BD5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A05E1FA-DA96-4D65-98BA-2FD6AD4227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0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86BCFE-0854-406E-BAA5-E392B5800975}"/>
              </a:ext>
            </a:extLst>
          </p:cNvPr>
          <p:cNvSpPr/>
          <p:nvPr userDrawn="1"/>
        </p:nvSpPr>
        <p:spPr>
          <a:xfrm>
            <a:off x="0" y="0"/>
            <a:ext cx="12192000" cy="7635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A93F6A-40FD-4B81-A662-D35E24C518E6}"/>
              </a:ext>
            </a:extLst>
          </p:cNvPr>
          <p:cNvSpPr/>
          <p:nvPr userDrawn="1"/>
        </p:nvSpPr>
        <p:spPr>
          <a:xfrm>
            <a:off x="0" y="6411913"/>
            <a:ext cx="12192000" cy="44608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바닥글 개체 틀 2">
            <a:extLst>
              <a:ext uri="{FF2B5EF4-FFF2-40B4-BE49-F238E27FC236}">
                <a16:creationId xmlns:a16="http://schemas.microsoft.com/office/drawing/2014/main" id="{AF16C193-7CA1-46B5-A79B-0B26BD580F18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 err="1">
                <a:solidFill>
                  <a:schemeClr val="bg1"/>
                </a:solidFill>
              </a:rPr>
              <a:t>파이썬</a:t>
            </a:r>
            <a:r>
              <a:rPr lang="ko-KR" altLang="en-US" b="1" dirty="0">
                <a:solidFill>
                  <a:schemeClr val="bg1"/>
                </a:solidFill>
              </a:rPr>
              <a:t> 기초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1B77644E-9142-4F20-8A5E-A4B49795C21C}"/>
              </a:ext>
            </a:extLst>
          </p:cNvPr>
          <p:cNvSpPr txBox="1">
            <a:spLocks/>
          </p:cNvSpPr>
          <p:nvPr userDrawn="1"/>
        </p:nvSpPr>
        <p:spPr>
          <a:xfrm>
            <a:off x="9344025" y="6453188"/>
            <a:ext cx="2743200" cy="365125"/>
          </a:xfrm>
          <a:prstGeom prst="rect">
            <a:avLst/>
          </a:prstGeom>
          <a:noFill/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C3584EE-FCFA-4EFB-96C3-7202F341AB65}" type="slidenum">
              <a:rPr lang="ko-KR" altLang="en-US" sz="1600" b="1" smtClean="0">
                <a:solidFill>
                  <a:schemeClr val="bg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6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">
            <a:extLst>
              <a:ext uri="{FF2B5EF4-FFF2-40B4-BE49-F238E27FC236}">
                <a16:creationId xmlns:a16="http://schemas.microsoft.com/office/drawing/2014/main" id="{A7751103-04CE-4552-8DD0-29E3DCA86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0559" y="1281392"/>
            <a:ext cx="34788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ko-KR" altLang="en-US" sz="4800" b="1" dirty="0" err="1">
                <a:solidFill>
                  <a:srgbClr val="7030A0"/>
                </a:solidFill>
              </a:rPr>
              <a:t>파이썬</a:t>
            </a:r>
            <a:r>
              <a:rPr lang="ko-KR" altLang="en-US" sz="4800" b="1" dirty="0">
                <a:solidFill>
                  <a:srgbClr val="7030A0"/>
                </a:solidFill>
              </a:rPr>
              <a:t> 중급</a:t>
            </a:r>
            <a:endParaRPr lang="ko-KR" altLang="en-US" sz="4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0D86E-DDC0-41BE-B7BB-DEBBACD16BF7}"/>
              </a:ext>
            </a:extLst>
          </p:cNvPr>
          <p:cNvSpPr txBox="1"/>
          <p:nvPr/>
        </p:nvSpPr>
        <p:spPr>
          <a:xfrm>
            <a:off x="2166892" y="2300648"/>
            <a:ext cx="6818307" cy="1938992"/>
          </a:xfrm>
          <a:prstGeom prst="rect">
            <a:avLst/>
          </a:prstGeom>
          <a:solidFill>
            <a:srgbClr val="FFFF99"/>
          </a:solidFill>
        </p:spPr>
        <p:txBody>
          <a:bodyPr>
            <a:spAutoFit/>
          </a:bodyPr>
          <a:lstStyle/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dirty="0">
                <a:solidFill>
                  <a:srgbClr val="0070C0"/>
                </a:solidFill>
                <a:latin typeface="+mn-lt"/>
                <a:ea typeface="+mn-ea"/>
              </a:rPr>
              <a:t>데이터프레임 생성 및 처리</a:t>
            </a:r>
            <a:endParaRPr lang="en-US" altLang="ko-KR" sz="2400" b="1" dirty="0">
              <a:solidFill>
                <a:srgbClr val="0070C0"/>
              </a:solidFill>
              <a:latin typeface="+mn-lt"/>
              <a:ea typeface="+mn-ea"/>
            </a:endParaRPr>
          </a:p>
          <a:p>
            <a:pPr marL="800100" lvl="1" indent="-34290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ko-KR" sz="2400" b="1" dirty="0" err="1">
                <a:solidFill>
                  <a:srgbClr val="002060"/>
                </a:solidFill>
                <a:latin typeface="+mn-lt"/>
                <a:ea typeface="+mn-ea"/>
              </a:rPr>
              <a:t>DataFrame</a:t>
            </a:r>
            <a:r>
              <a:rPr lang="en-US" altLang="ko-KR" sz="2400" b="1" dirty="0">
                <a:solidFill>
                  <a:srgbClr val="002060"/>
                </a:solidFill>
                <a:latin typeface="+mn-lt"/>
                <a:ea typeface="+mn-ea"/>
              </a:rPr>
              <a:t> </a:t>
            </a: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개념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  <a:p>
            <a:pPr marL="800100" lvl="1" indent="-34290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ko-KR" sz="2400" b="1" dirty="0" err="1">
                <a:solidFill>
                  <a:srgbClr val="002060"/>
                </a:solidFill>
                <a:latin typeface="+mn-lt"/>
                <a:ea typeface="+mn-ea"/>
              </a:rPr>
              <a:t>DataFrame</a:t>
            </a:r>
            <a:r>
              <a:rPr lang="en-US" altLang="ko-KR" sz="2400" b="1" dirty="0">
                <a:solidFill>
                  <a:srgbClr val="002060"/>
                </a:solidFill>
                <a:latin typeface="+mn-lt"/>
                <a:ea typeface="+mn-ea"/>
              </a:rPr>
              <a:t> </a:t>
            </a: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기초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  <a:p>
            <a:pPr marL="800100" lvl="1" indent="-34290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ko-KR" sz="2400" b="1" dirty="0" err="1">
                <a:solidFill>
                  <a:srgbClr val="002060"/>
                </a:solidFill>
                <a:latin typeface="+mn-lt"/>
                <a:ea typeface="+mn-ea"/>
              </a:rPr>
              <a:t>DataFrame</a:t>
            </a:r>
            <a:r>
              <a:rPr lang="en-US" altLang="ko-KR" sz="2400" b="1" dirty="0">
                <a:solidFill>
                  <a:srgbClr val="002060"/>
                </a:solidFill>
                <a:latin typeface="+mn-lt"/>
                <a:ea typeface="+mn-ea"/>
              </a:rPr>
              <a:t> </a:t>
            </a: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변형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  <a:p>
            <a:pPr marL="800100" lvl="1" indent="-34290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ko-KR" sz="2400" b="1" dirty="0" err="1">
                <a:solidFill>
                  <a:srgbClr val="002060"/>
                </a:solidFill>
                <a:latin typeface="+mn-lt"/>
                <a:ea typeface="+mn-ea"/>
              </a:rPr>
              <a:t>DataFrame</a:t>
            </a:r>
            <a:r>
              <a:rPr lang="en-US" altLang="ko-KR" sz="2400" b="1" dirty="0">
                <a:solidFill>
                  <a:srgbClr val="002060"/>
                </a:solidFill>
                <a:latin typeface="+mn-lt"/>
                <a:ea typeface="+mn-ea"/>
              </a:rPr>
              <a:t> </a:t>
            </a: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병합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4009314" y="134468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개념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97ECF9-CEBF-43F9-BBD5-D8D71FC78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78" y="985278"/>
            <a:ext cx="4690221" cy="9940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5B673EE-E072-4285-807F-25ABE4862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40" y="2193085"/>
            <a:ext cx="6547445" cy="28597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379C7F0-41D7-4228-B440-49356697D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985" y="831584"/>
            <a:ext cx="5090615" cy="2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8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C871B-6411-4519-9F98-73E06951A846}"/>
              </a:ext>
            </a:extLst>
          </p:cNvPr>
          <p:cNvSpPr txBox="1"/>
          <p:nvPr/>
        </p:nvSpPr>
        <p:spPr>
          <a:xfrm>
            <a:off x="4009314" y="134468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(1/11)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867296-BD7B-4D4E-80C4-AE12DE5B7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58" y="1035506"/>
            <a:ext cx="4583775" cy="33930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B27532B-701A-488A-ADE0-6C13E5100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128" y="2118744"/>
            <a:ext cx="5782606" cy="30704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8CAB21F-CB25-4601-924A-C1E4FF015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129" y="2937990"/>
            <a:ext cx="5782605" cy="2646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AD3DE2-7C42-44CA-9285-4A2749D425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9456" y="3947735"/>
            <a:ext cx="5822278" cy="26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3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8E4BF0-9AF2-4D8E-B4BE-7B689BB007DD}"/>
              </a:ext>
            </a:extLst>
          </p:cNvPr>
          <p:cNvSpPr txBox="1"/>
          <p:nvPr/>
        </p:nvSpPr>
        <p:spPr>
          <a:xfrm>
            <a:off x="4009314" y="134468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(2/11)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B19ED7-B656-4AB6-B0B2-C54D23483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20" y="1331949"/>
            <a:ext cx="5136635" cy="25979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205DA6-1162-4060-8541-9DDCE9DC3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692" y="2409668"/>
            <a:ext cx="5901859" cy="4424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2CDD309-44DD-4812-AD85-34D5B94E7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245" y="3050684"/>
            <a:ext cx="5477435" cy="22328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E45E145-9761-4519-93E3-27F28BA971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692" y="1309802"/>
            <a:ext cx="5822278" cy="26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36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B78F7-412C-4FBF-B1F9-353D11E1E5A0}"/>
              </a:ext>
            </a:extLst>
          </p:cNvPr>
          <p:cNvSpPr txBox="1"/>
          <p:nvPr/>
        </p:nvSpPr>
        <p:spPr>
          <a:xfrm>
            <a:off x="4009314" y="134468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(3/11)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5B8F74-8D5E-48A9-8DC7-BA9EBD6AD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40" y="2077378"/>
            <a:ext cx="6015318" cy="21674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7BA984-5AD7-475D-9F61-89A6F3F49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30" y="1010906"/>
            <a:ext cx="2226530" cy="5399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56499E-C487-44CC-87ED-ED7ED674B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116" y="3257549"/>
            <a:ext cx="2250268" cy="3821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3A75F2D-713F-4FF7-A2E5-EA29B030C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116" y="3893763"/>
            <a:ext cx="2092567" cy="38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56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B78F7-412C-4FBF-B1F9-353D11E1E5A0}"/>
              </a:ext>
            </a:extLst>
          </p:cNvPr>
          <p:cNvSpPr txBox="1"/>
          <p:nvPr/>
        </p:nvSpPr>
        <p:spPr>
          <a:xfrm>
            <a:off x="4009314" y="134468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(4/11)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F06436C-49E5-4528-B0FD-B4D2244DE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12" y="1078748"/>
            <a:ext cx="5394460" cy="379805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2F260C6-C3A5-4F99-9CAD-609E1CA3A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576" y="2168147"/>
            <a:ext cx="3660328" cy="20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95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0E1B12-8568-4553-BB5A-4E77610DE25A}"/>
              </a:ext>
            </a:extLst>
          </p:cNvPr>
          <p:cNvSpPr txBox="1"/>
          <p:nvPr/>
        </p:nvSpPr>
        <p:spPr>
          <a:xfrm>
            <a:off x="4009314" y="134468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(5/11)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E1B7B0-A4E0-463A-8D34-5CAB75848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45" y="1082217"/>
            <a:ext cx="6663843" cy="38367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E454A7-33ED-4F04-A5A9-102E782FA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438" y="3000596"/>
            <a:ext cx="5371488" cy="2984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EE6F703-8EC7-4FFD-9493-FD841D3AE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438" y="2437336"/>
            <a:ext cx="2572053" cy="29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9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13D72B-00FB-4D96-861B-ABC5C1A6D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05" y="1080246"/>
            <a:ext cx="6096000" cy="24303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8F299F-3527-491E-9162-7189EF0C4993}"/>
              </a:ext>
            </a:extLst>
          </p:cNvPr>
          <p:cNvSpPr txBox="1"/>
          <p:nvPr/>
        </p:nvSpPr>
        <p:spPr>
          <a:xfrm>
            <a:off x="4009314" y="134468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(6/11)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B44D48-671C-4853-9363-BAC72B57E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951" y="2938931"/>
            <a:ext cx="3805238" cy="22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82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9C53C-1430-4828-AE76-C56E8DD07598}"/>
              </a:ext>
            </a:extLst>
          </p:cNvPr>
          <p:cNvSpPr txBox="1"/>
          <p:nvPr/>
        </p:nvSpPr>
        <p:spPr>
          <a:xfrm>
            <a:off x="3937596" y="179291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(7/11)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05DA2B-0945-40D2-BDED-38B3E8645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15" y="1201271"/>
            <a:ext cx="5937154" cy="30031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3783D0-177F-4E8D-ABE0-E9F2A7947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681" y="1144679"/>
            <a:ext cx="5229225" cy="2105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1CEDD-5BB9-444E-81AB-4A22D96C7A52}"/>
              </a:ext>
            </a:extLst>
          </p:cNvPr>
          <p:cNvSpPr txBox="1"/>
          <p:nvPr/>
        </p:nvSpPr>
        <p:spPr>
          <a:xfrm>
            <a:off x="7162800" y="77534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0070C0"/>
                </a:solidFill>
              </a:rPr>
              <a:t>cust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B26DE9B-5B1D-4A4A-93D5-97313E8B3DFD}"/>
              </a:ext>
            </a:extLst>
          </p:cNvPr>
          <p:cNvCxnSpPr/>
          <p:nvPr/>
        </p:nvCxnSpPr>
        <p:spPr>
          <a:xfrm>
            <a:off x="9188824" y="3284639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2D5E7C5-E0F5-4042-AEB7-456C4FB3F9F0}"/>
              </a:ext>
            </a:extLst>
          </p:cNvPr>
          <p:cNvCxnSpPr/>
          <p:nvPr/>
        </p:nvCxnSpPr>
        <p:spPr>
          <a:xfrm>
            <a:off x="9179860" y="3953433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16C480F1-D380-42C3-954D-09181889D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65" y="3619036"/>
            <a:ext cx="5330918" cy="2279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4957083-E227-4D2F-9283-C43364B8E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036" y="4292315"/>
            <a:ext cx="20383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0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9C53C-1430-4828-AE76-C56E8DD07598}"/>
              </a:ext>
            </a:extLst>
          </p:cNvPr>
          <p:cNvSpPr txBox="1"/>
          <p:nvPr/>
        </p:nvSpPr>
        <p:spPr>
          <a:xfrm>
            <a:off x="3937596" y="179291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(8/11)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95EA593-3864-488C-B2C0-41D925B69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8" y="1411750"/>
            <a:ext cx="6057752" cy="35098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3E7D3D6-B9A4-4AEC-95D0-67154F774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645" y="1217515"/>
            <a:ext cx="5229225" cy="2105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3E118E-E4FA-4C65-BA4C-E32BB56601F1}"/>
              </a:ext>
            </a:extLst>
          </p:cNvPr>
          <p:cNvSpPr txBox="1"/>
          <p:nvPr/>
        </p:nvSpPr>
        <p:spPr>
          <a:xfrm>
            <a:off x="7162800" y="77534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0070C0"/>
                </a:solidFill>
              </a:rPr>
              <a:t>cust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69888FB-7DBE-4816-A303-7A812F232A35}"/>
              </a:ext>
            </a:extLst>
          </p:cNvPr>
          <p:cNvCxnSpPr/>
          <p:nvPr/>
        </p:nvCxnSpPr>
        <p:spPr>
          <a:xfrm>
            <a:off x="9179860" y="3356357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29425C8-BC66-40E7-B950-40C2A2AF5952}"/>
              </a:ext>
            </a:extLst>
          </p:cNvPr>
          <p:cNvCxnSpPr/>
          <p:nvPr/>
        </p:nvCxnSpPr>
        <p:spPr>
          <a:xfrm>
            <a:off x="9179860" y="4078939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EF463D-6AD0-49EC-A5DF-00D1AC414778}"/>
              </a:ext>
            </a:extLst>
          </p:cNvPr>
          <p:cNvSpPr txBox="1"/>
          <p:nvPr/>
        </p:nvSpPr>
        <p:spPr>
          <a:xfrm>
            <a:off x="7580767" y="960013"/>
            <a:ext cx="4063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0       1      2       3      4        5      6….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8C34F-F6D2-4452-8701-7F187A13CD7D}"/>
              </a:ext>
            </a:extLst>
          </p:cNvPr>
          <p:cNvSpPr txBox="1"/>
          <p:nvPr/>
        </p:nvSpPr>
        <p:spPr>
          <a:xfrm>
            <a:off x="6406341" y="1411750"/>
            <a:ext cx="3113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</a:p>
          <a:p>
            <a:r>
              <a:rPr lang="en-US" altLang="ko-KR" dirty="0"/>
              <a:t>1</a:t>
            </a:r>
          </a:p>
          <a:p>
            <a:r>
              <a:rPr lang="en-US" altLang="ko-KR" dirty="0"/>
              <a:t>2</a:t>
            </a:r>
          </a:p>
          <a:p>
            <a:r>
              <a:rPr lang="en-US" altLang="ko-KR" dirty="0"/>
              <a:t>3</a:t>
            </a:r>
          </a:p>
          <a:p>
            <a:r>
              <a:rPr lang="en-US" altLang="ko-KR" dirty="0"/>
              <a:t>.</a:t>
            </a:r>
          </a:p>
          <a:p>
            <a:r>
              <a:rPr lang="en-US" altLang="ko-KR" dirty="0"/>
              <a:t>.</a:t>
            </a:r>
          </a:p>
          <a:p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5A62A62-939F-42B0-9F66-C6887F4B5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210" y="4434390"/>
            <a:ext cx="2019300" cy="10572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1ED23CF-7733-4B8E-A1E5-2987FC25AA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552" y="3731265"/>
            <a:ext cx="3085689" cy="22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6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D4CD4-C511-4BBE-BD9C-46136F6BB1F6}"/>
              </a:ext>
            </a:extLst>
          </p:cNvPr>
          <p:cNvSpPr txBox="1"/>
          <p:nvPr/>
        </p:nvSpPr>
        <p:spPr>
          <a:xfrm>
            <a:off x="3937596" y="179291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(9/11)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C7BEDA-BDD9-4C1F-8DC2-C3B11193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17" y="995080"/>
            <a:ext cx="5762625" cy="26566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9BF38A-DAAB-4734-AD3B-ACE13C5D7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944" y="1904903"/>
            <a:ext cx="5762625" cy="131445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633D9A5-02F4-4289-85EB-6522FD22DDDF}"/>
              </a:ext>
            </a:extLst>
          </p:cNvPr>
          <p:cNvCxnSpPr/>
          <p:nvPr/>
        </p:nvCxnSpPr>
        <p:spPr>
          <a:xfrm>
            <a:off x="9179860" y="3356357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A613C23-FD7C-4F96-A700-3C2EEF01EE0E}"/>
              </a:ext>
            </a:extLst>
          </p:cNvPr>
          <p:cNvCxnSpPr/>
          <p:nvPr/>
        </p:nvCxnSpPr>
        <p:spPr>
          <a:xfrm>
            <a:off x="9179860" y="4078939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0F2515-A627-42DE-AFAA-DD81AF5F525E}"/>
              </a:ext>
            </a:extLst>
          </p:cNvPr>
          <p:cNvSpPr txBox="1"/>
          <p:nvPr/>
        </p:nvSpPr>
        <p:spPr>
          <a:xfrm>
            <a:off x="7117976" y="153967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0070C0"/>
                </a:solidFill>
              </a:rPr>
              <a:t>cust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1D862B1-557E-48A1-BEE0-AAC4B64EB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932" y="4450978"/>
            <a:ext cx="6419850" cy="990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76680B-B581-46A6-8570-AF9FF616366D}"/>
              </a:ext>
            </a:extLst>
          </p:cNvPr>
          <p:cNvSpPr txBox="1"/>
          <p:nvPr/>
        </p:nvSpPr>
        <p:spPr>
          <a:xfrm>
            <a:off x="7225552" y="408164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0070C0"/>
                </a:solidFill>
              </a:rPr>
              <a:t>cust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B9376A0-0B2C-4B00-8851-52B3252AE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2304" y="3684821"/>
            <a:ext cx="3303581" cy="223791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16FAF31-6D5F-4F69-A92D-66D3EFBAF483}"/>
              </a:ext>
            </a:extLst>
          </p:cNvPr>
          <p:cNvSpPr/>
          <p:nvPr/>
        </p:nvSpPr>
        <p:spPr>
          <a:xfrm>
            <a:off x="11412071" y="4312024"/>
            <a:ext cx="661708" cy="1389529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C4CEFD1-ED33-4112-AED7-61FC82F7A00F}"/>
              </a:ext>
            </a:extLst>
          </p:cNvPr>
          <p:cNvSpPr/>
          <p:nvPr/>
        </p:nvSpPr>
        <p:spPr>
          <a:xfrm>
            <a:off x="5613862" y="4210278"/>
            <a:ext cx="661708" cy="1389529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21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D4CD4-C511-4BBE-BD9C-46136F6BB1F6}"/>
              </a:ext>
            </a:extLst>
          </p:cNvPr>
          <p:cNvSpPr txBox="1"/>
          <p:nvPr/>
        </p:nvSpPr>
        <p:spPr>
          <a:xfrm>
            <a:off x="3937596" y="179291"/>
            <a:ext cx="4431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(10/11)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C7BEDA-BDD9-4C1F-8DC2-C3B11193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17" y="995080"/>
            <a:ext cx="5762625" cy="265664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633D9A5-02F4-4289-85EB-6522FD22DDDF}"/>
              </a:ext>
            </a:extLst>
          </p:cNvPr>
          <p:cNvCxnSpPr/>
          <p:nvPr/>
        </p:nvCxnSpPr>
        <p:spPr>
          <a:xfrm>
            <a:off x="9179860" y="3356357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A613C23-FD7C-4F96-A700-3C2EEF01EE0E}"/>
              </a:ext>
            </a:extLst>
          </p:cNvPr>
          <p:cNvCxnSpPr/>
          <p:nvPr/>
        </p:nvCxnSpPr>
        <p:spPr>
          <a:xfrm>
            <a:off x="9179860" y="4078939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0F2515-A627-42DE-AFAA-DD81AF5F525E}"/>
              </a:ext>
            </a:extLst>
          </p:cNvPr>
          <p:cNvSpPr txBox="1"/>
          <p:nvPr/>
        </p:nvSpPr>
        <p:spPr>
          <a:xfrm>
            <a:off x="11334376" y="151001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0070C0"/>
                </a:solidFill>
              </a:rPr>
              <a:t>cust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6680B-B581-46A6-8570-AF9FF616366D}"/>
              </a:ext>
            </a:extLst>
          </p:cNvPr>
          <p:cNvSpPr txBox="1"/>
          <p:nvPr/>
        </p:nvSpPr>
        <p:spPr>
          <a:xfrm>
            <a:off x="7225552" y="408164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0070C0"/>
                </a:solidFill>
              </a:rPr>
              <a:t>cust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EEEA4A8-3756-4A5C-AAB7-43D6E3D10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686" y="3741872"/>
            <a:ext cx="4443305" cy="1895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B245AB4-3DE5-4062-8948-13D41811E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944" y="1904903"/>
            <a:ext cx="5762625" cy="1314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92C6A2-F10B-4CE6-8B4E-A64CEB9A3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686" y="4458920"/>
            <a:ext cx="4905375" cy="1428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D3C9EB-6BF6-4610-AD49-9248CEC9FB2A}"/>
              </a:ext>
            </a:extLst>
          </p:cNvPr>
          <p:cNvSpPr txBox="1"/>
          <p:nvPr/>
        </p:nvSpPr>
        <p:spPr>
          <a:xfrm>
            <a:off x="6476968" y="1583233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 10      11  …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A6EB30-CBC3-440E-828D-9BA82D51BD11}"/>
              </a:ext>
            </a:extLst>
          </p:cNvPr>
          <p:cNvSpPr/>
          <p:nvPr/>
        </p:nvSpPr>
        <p:spPr>
          <a:xfrm>
            <a:off x="8068235" y="4458920"/>
            <a:ext cx="661708" cy="1389529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076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D4CD4-C511-4BBE-BD9C-46136F6BB1F6}"/>
              </a:ext>
            </a:extLst>
          </p:cNvPr>
          <p:cNvSpPr txBox="1"/>
          <p:nvPr/>
        </p:nvSpPr>
        <p:spPr>
          <a:xfrm>
            <a:off x="3937596" y="179291"/>
            <a:ext cx="4431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</a:t>
            </a:r>
            <a:r>
              <a:rPr lang="en-US" altLang="ko-KR" sz="2800" b="1" dirty="0">
                <a:solidFill>
                  <a:schemeClr val="bg1"/>
                </a:solidFill>
              </a:rPr>
              <a:t>(11/11)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C7BEDA-BDD9-4C1F-8DC2-C3B11193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17" y="995080"/>
            <a:ext cx="5762625" cy="265664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633D9A5-02F4-4289-85EB-6522FD22DDDF}"/>
              </a:ext>
            </a:extLst>
          </p:cNvPr>
          <p:cNvCxnSpPr/>
          <p:nvPr/>
        </p:nvCxnSpPr>
        <p:spPr>
          <a:xfrm>
            <a:off x="8908681" y="2952945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A613C23-FD7C-4F96-A700-3C2EEF01EE0E}"/>
              </a:ext>
            </a:extLst>
          </p:cNvPr>
          <p:cNvCxnSpPr/>
          <p:nvPr/>
        </p:nvCxnSpPr>
        <p:spPr>
          <a:xfrm>
            <a:off x="8982637" y="4078051"/>
            <a:ext cx="0" cy="334397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76680B-B581-46A6-8570-AF9FF616366D}"/>
              </a:ext>
            </a:extLst>
          </p:cNvPr>
          <p:cNvSpPr txBox="1"/>
          <p:nvPr/>
        </p:nvSpPr>
        <p:spPr>
          <a:xfrm>
            <a:off x="7225552" y="408164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0070C0"/>
                </a:solidFill>
              </a:rPr>
              <a:t>cust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0807F83-3BE1-494A-9F74-83761D67C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172" y="1453366"/>
            <a:ext cx="4905375" cy="14287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C2DB8C-FBD0-42D5-9240-1B3509992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617" y="4450978"/>
            <a:ext cx="4048125" cy="1466850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B6A1850-C16A-4F31-B052-74CA69F59A4B}"/>
              </a:ext>
            </a:extLst>
          </p:cNvPr>
          <p:cNvSpPr/>
          <p:nvPr/>
        </p:nvSpPr>
        <p:spPr>
          <a:xfrm>
            <a:off x="7859059" y="1453366"/>
            <a:ext cx="661708" cy="1389529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D5FD92A-C9B5-4E7E-898B-05428B8BB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6935" y="3523275"/>
            <a:ext cx="3505807" cy="25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26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4098961" y="179291"/>
            <a:ext cx="4156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기초 실습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B8D3C8-765B-4111-9E34-2893B07FC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141" y="889697"/>
            <a:ext cx="8697166" cy="534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14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3982278" y="107573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(1/9)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EB997D-2D68-40A5-9291-6E77DDCAC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379" y="943642"/>
            <a:ext cx="4989139" cy="176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91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4160597" y="152397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(2/9)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10E00A-F420-4B6A-A2D5-4CAA5E99B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399" y="1205938"/>
            <a:ext cx="8982636" cy="444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66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4088880" y="191178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(3/9)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7D24C7-31C7-4930-A756-D9BCF2695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90" y="1091732"/>
            <a:ext cx="4770154" cy="1615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3187B2-6ABA-477E-A0FD-394E8824EFF4}"/>
              </a:ext>
            </a:extLst>
          </p:cNvPr>
          <p:cNvSpPr txBox="1"/>
          <p:nvPr/>
        </p:nvSpPr>
        <p:spPr>
          <a:xfrm>
            <a:off x="706274" y="2938790"/>
            <a:ext cx="4876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/>
              <a:t>DataFrame</a:t>
            </a:r>
            <a:r>
              <a:rPr lang="ko-KR" altLang="en-US" sz="2000" dirty="0"/>
              <a:t>에서 행과 열을 기준으로 변형</a:t>
            </a:r>
          </a:p>
        </p:txBody>
      </p:sp>
    </p:spTree>
    <p:extLst>
      <p:ext uri="{BB962C8B-B14F-4D97-AF65-F5344CB8AC3E}">
        <p14:creationId xmlns:p14="http://schemas.microsoft.com/office/powerpoint/2010/main" val="3904729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4009314" y="116539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(4/9)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7D24C7-31C7-4930-A756-D9BCF2695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90" y="1091732"/>
            <a:ext cx="4770154" cy="1615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3187B2-6ABA-477E-A0FD-394E8824EFF4}"/>
              </a:ext>
            </a:extLst>
          </p:cNvPr>
          <p:cNvSpPr txBox="1"/>
          <p:nvPr/>
        </p:nvSpPr>
        <p:spPr>
          <a:xfrm>
            <a:off x="706274" y="2938790"/>
            <a:ext cx="4876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/>
              <a:t>DataFrame</a:t>
            </a:r>
            <a:r>
              <a:rPr lang="ko-KR" altLang="en-US" sz="2000" dirty="0"/>
              <a:t>에서 행과 열을 기준으로 변형</a:t>
            </a:r>
          </a:p>
        </p:txBody>
      </p:sp>
    </p:spTree>
    <p:extLst>
      <p:ext uri="{BB962C8B-B14F-4D97-AF65-F5344CB8AC3E}">
        <p14:creationId xmlns:p14="http://schemas.microsoft.com/office/powerpoint/2010/main" val="1723502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3D8DD7-8050-4BD0-BB1F-5DAF06B8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894" y="1181919"/>
            <a:ext cx="7243482" cy="37721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7DB00C-DE24-4033-999A-0A79B615638F}"/>
              </a:ext>
            </a:extLst>
          </p:cNvPr>
          <p:cNvSpPr txBox="1"/>
          <p:nvPr/>
        </p:nvSpPr>
        <p:spPr>
          <a:xfrm>
            <a:off x="3785197" y="152397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(5/9)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112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D2B84E-7E4A-4F9D-BD90-0BB6CE909C76}"/>
              </a:ext>
            </a:extLst>
          </p:cNvPr>
          <p:cNvSpPr txBox="1"/>
          <p:nvPr/>
        </p:nvSpPr>
        <p:spPr>
          <a:xfrm>
            <a:off x="3883809" y="134468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(6/9)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C00AED-4A69-4937-A04B-EE00B831B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0" y="1107515"/>
            <a:ext cx="5585012" cy="313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61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D2B84E-7E4A-4F9D-BD90-0BB6CE909C76}"/>
              </a:ext>
            </a:extLst>
          </p:cNvPr>
          <p:cNvSpPr txBox="1"/>
          <p:nvPr/>
        </p:nvSpPr>
        <p:spPr>
          <a:xfrm>
            <a:off x="4009315" y="161362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(7/9)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4D88F2A-D17A-4168-93A2-C685F0082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636" y="1237129"/>
            <a:ext cx="7134728" cy="455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2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D2B84E-7E4A-4F9D-BD90-0BB6CE909C76}"/>
              </a:ext>
            </a:extLst>
          </p:cNvPr>
          <p:cNvSpPr txBox="1"/>
          <p:nvPr/>
        </p:nvSpPr>
        <p:spPr>
          <a:xfrm>
            <a:off x="4349973" y="152397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(8/9)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BC1F33-DE65-4278-AA04-542EB1D6A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09" y="1120363"/>
            <a:ext cx="5234181" cy="161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20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7A737D-202C-4236-9B83-F29B4B5BF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494" y="1066968"/>
            <a:ext cx="8944693" cy="4213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B02A14-3B59-44F6-95C9-535CCF18BC5A}"/>
              </a:ext>
            </a:extLst>
          </p:cNvPr>
          <p:cNvSpPr txBox="1"/>
          <p:nvPr/>
        </p:nvSpPr>
        <p:spPr>
          <a:xfrm>
            <a:off x="4349973" y="152397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변형</a:t>
            </a:r>
            <a:r>
              <a:rPr lang="en-US" altLang="ko-KR" sz="2800" b="1" dirty="0">
                <a:solidFill>
                  <a:schemeClr val="bg1"/>
                </a:solidFill>
              </a:rPr>
              <a:t>(9/9)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44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B02A14-3B59-44F6-95C9-535CCF18BC5A}"/>
              </a:ext>
            </a:extLst>
          </p:cNvPr>
          <p:cNvSpPr txBox="1"/>
          <p:nvPr/>
        </p:nvSpPr>
        <p:spPr>
          <a:xfrm>
            <a:off x="4349973" y="152397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병합</a:t>
            </a:r>
            <a:r>
              <a:rPr lang="en-US" altLang="ko-KR" sz="2800" b="1" dirty="0">
                <a:solidFill>
                  <a:schemeClr val="bg1"/>
                </a:solidFill>
              </a:rPr>
              <a:t>(1/4)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56B470-B621-47DC-916B-7935AA960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19" y="1115355"/>
            <a:ext cx="5630145" cy="27394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F37D14B-97A9-4174-9D7F-FAB978422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046" y="1115355"/>
            <a:ext cx="1924050" cy="1609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BAFA3B-DDCE-411D-8745-9A6616FAED27}"/>
              </a:ext>
            </a:extLst>
          </p:cNvPr>
          <p:cNvSpPr txBox="1"/>
          <p:nvPr/>
        </p:nvSpPr>
        <p:spPr>
          <a:xfrm>
            <a:off x="6714566" y="746023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df1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9226E8-DCD5-4445-909C-27F2AA077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3245" y="1091542"/>
            <a:ext cx="1924050" cy="1657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154E63-0999-4584-92F3-5E563E442470}"/>
              </a:ext>
            </a:extLst>
          </p:cNvPr>
          <p:cNvSpPr txBox="1"/>
          <p:nvPr/>
        </p:nvSpPr>
        <p:spPr>
          <a:xfrm>
            <a:off x="9726707" y="72221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df2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9C0FAAF-1D89-4A4B-8893-452EB0538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938" y="3284444"/>
            <a:ext cx="2019300" cy="3086100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4D8EB3F-416D-4632-966D-6F177EA88152}"/>
              </a:ext>
            </a:extLst>
          </p:cNvPr>
          <p:cNvCxnSpPr/>
          <p:nvPr/>
        </p:nvCxnSpPr>
        <p:spPr>
          <a:xfrm>
            <a:off x="7386918" y="2748892"/>
            <a:ext cx="833717" cy="38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6FCF5FD-634F-47F7-9B34-3941C3A3DCD3}"/>
              </a:ext>
            </a:extLst>
          </p:cNvPr>
          <p:cNvCxnSpPr/>
          <p:nvPr/>
        </p:nvCxnSpPr>
        <p:spPr>
          <a:xfrm flipH="1">
            <a:off x="9511553" y="2850776"/>
            <a:ext cx="73965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236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B02A14-3B59-44F6-95C9-535CCF18BC5A}"/>
              </a:ext>
            </a:extLst>
          </p:cNvPr>
          <p:cNvSpPr txBox="1"/>
          <p:nvPr/>
        </p:nvSpPr>
        <p:spPr>
          <a:xfrm>
            <a:off x="4349973" y="152397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병합</a:t>
            </a:r>
            <a:r>
              <a:rPr lang="en-US" altLang="ko-KR" sz="2800" b="1" dirty="0">
                <a:solidFill>
                  <a:schemeClr val="bg1"/>
                </a:solidFill>
              </a:rPr>
              <a:t>(2/4)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06D18F9-D26F-42B8-A034-42A6C6026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02" y="930690"/>
            <a:ext cx="5805095" cy="22517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68249B-CCCF-4EDE-9187-F17C41739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046" y="1115355"/>
            <a:ext cx="1924050" cy="1609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EC9E17-6494-43E4-AFA0-CE0186343520}"/>
              </a:ext>
            </a:extLst>
          </p:cNvPr>
          <p:cNvSpPr txBox="1"/>
          <p:nvPr/>
        </p:nvSpPr>
        <p:spPr>
          <a:xfrm>
            <a:off x="6714566" y="746023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df1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1DBF9E-8EC7-4555-A12B-CAE266D6A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3245" y="1091542"/>
            <a:ext cx="1924050" cy="1657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9C4445-E258-4A09-B02B-A5F886BCE982}"/>
              </a:ext>
            </a:extLst>
          </p:cNvPr>
          <p:cNvSpPr txBox="1"/>
          <p:nvPr/>
        </p:nvSpPr>
        <p:spPr>
          <a:xfrm>
            <a:off x="9726707" y="72221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df2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3F3C7F1-2F96-4C3F-8FBF-8A9FB707B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235" y="3627805"/>
            <a:ext cx="1771650" cy="270761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8F3E004-C416-4FEE-B3B2-0259A526E8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400" y="3164818"/>
            <a:ext cx="3719321" cy="254748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55DBF07-1114-4920-92F4-43DC9E77CE46}"/>
              </a:ext>
            </a:extLst>
          </p:cNvPr>
          <p:cNvCxnSpPr>
            <a:stCxn id="6" idx="2"/>
          </p:cNvCxnSpPr>
          <p:nvPr/>
        </p:nvCxnSpPr>
        <p:spPr>
          <a:xfrm>
            <a:off x="7602071" y="2725080"/>
            <a:ext cx="430305" cy="439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8542FAC-CF09-41CC-8099-E41E9B2E6859}"/>
              </a:ext>
            </a:extLst>
          </p:cNvPr>
          <p:cNvCxnSpPr/>
          <p:nvPr/>
        </p:nvCxnSpPr>
        <p:spPr>
          <a:xfrm flipH="1">
            <a:off x="9383245" y="2814918"/>
            <a:ext cx="605713" cy="279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124AE9B-CF72-4D94-98F6-0E9A7C9E2C95}"/>
              </a:ext>
            </a:extLst>
          </p:cNvPr>
          <p:cNvCxnSpPr/>
          <p:nvPr/>
        </p:nvCxnSpPr>
        <p:spPr>
          <a:xfrm>
            <a:off x="8785412" y="3303734"/>
            <a:ext cx="0" cy="354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220D01-CC78-41BB-9BB7-59D84D10329C}"/>
              </a:ext>
            </a:extLst>
          </p:cNvPr>
          <p:cNvSpPr/>
          <p:nvPr/>
        </p:nvSpPr>
        <p:spPr>
          <a:xfrm>
            <a:off x="7654693" y="3827929"/>
            <a:ext cx="1955467" cy="1264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CF6C877-F85D-46DF-82D2-FAB9D3BC5ECD}"/>
              </a:ext>
            </a:extLst>
          </p:cNvPr>
          <p:cNvSpPr/>
          <p:nvPr/>
        </p:nvSpPr>
        <p:spPr>
          <a:xfrm>
            <a:off x="7699516" y="5056096"/>
            <a:ext cx="1955467" cy="1264024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799B6B2-9740-4E10-A56D-F83AE1B91911}"/>
              </a:ext>
            </a:extLst>
          </p:cNvPr>
          <p:cNvCxnSpPr/>
          <p:nvPr/>
        </p:nvCxnSpPr>
        <p:spPr>
          <a:xfrm>
            <a:off x="1640541" y="2617694"/>
            <a:ext cx="4123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D2CACF1-BE36-4B50-AE8E-FDDBAADF4B71}"/>
              </a:ext>
            </a:extLst>
          </p:cNvPr>
          <p:cNvCxnSpPr>
            <a:cxnSpLocks/>
          </p:cNvCxnSpPr>
          <p:nvPr/>
        </p:nvCxnSpPr>
        <p:spPr>
          <a:xfrm>
            <a:off x="4751294" y="2617694"/>
            <a:ext cx="8337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624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B02A14-3B59-44F6-95C9-535CCF18BC5A}"/>
              </a:ext>
            </a:extLst>
          </p:cNvPr>
          <p:cNvSpPr txBox="1"/>
          <p:nvPr/>
        </p:nvSpPr>
        <p:spPr>
          <a:xfrm>
            <a:off x="4349973" y="152397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병합</a:t>
            </a:r>
            <a:r>
              <a:rPr lang="en-US" altLang="ko-KR" sz="2800" b="1" dirty="0">
                <a:solidFill>
                  <a:schemeClr val="bg1"/>
                </a:solidFill>
              </a:rPr>
              <a:t>(3/4)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273D7-9D86-414D-B97B-A5B90B46B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31" y="939368"/>
            <a:ext cx="5003444" cy="24792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74B39D0-197F-4222-B63A-7B6BF7CB5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463" y="1159832"/>
            <a:ext cx="1909008" cy="14761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8C1153-89C7-4FB6-9E48-2F1FB5799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861" y="1122263"/>
            <a:ext cx="1840969" cy="2113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C2D3A-1581-49D8-939C-B729D386327B}"/>
              </a:ext>
            </a:extLst>
          </p:cNvPr>
          <p:cNvSpPr txBox="1"/>
          <p:nvPr/>
        </p:nvSpPr>
        <p:spPr>
          <a:xfrm>
            <a:off x="6064994" y="781535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customer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53677-73B8-42DD-9D98-320A8A8A95F1}"/>
              </a:ext>
            </a:extLst>
          </p:cNvPr>
          <p:cNvSpPr txBox="1"/>
          <p:nvPr/>
        </p:nvSpPr>
        <p:spPr>
          <a:xfrm>
            <a:off x="10604078" y="80284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orders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6DC589-5204-4805-B768-71FA59695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4994" y="3843587"/>
            <a:ext cx="3586671" cy="24365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FCB16AC-AFEB-42A5-8562-749DBF4CE9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368337"/>
            <a:ext cx="3609975" cy="22860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2C9D7EC-2B42-4E16-89D6-D4F0D3202E48}"/>
              </a:ext>
            </a:extLst>
          </p:cNvPr>
          <p:cNvCxnSpPr/>
          <p:nvPr/>
        </p:nvCxnSpPr>
        <p:spPr>
          <a:xfrm>
            <a:off x="7010400" y="2626977"/>
            <a:ext cx="475129" cy="74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D820D12-ECDF-4B91-A6DE-0DF05FAB181D}"/>
              </a:ext>
            </a:extLst>
          </p:cNvPr>
          <p:cNvCxnSpPr/>
          <p:nvPr/>
        </p:nvCxnSpPr>
        <p:spPr>
          <a:xfrm flipH="1">
            <a:off x="8242038" y="2126547"/>
            <a:ext cx="1597955" cy="1137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606107F-16FE-4622-85D4-75F49D6B6B62}"/>
              </a:ext>
            </a:extLst>
          </p:cNvPr>
          <p:cNvCxnSpPr/>
          <p:nvPr/>
        </p:nvCxnSpPr>
        <p:spPr>
          <a:xfrm>
            <a:off x="7924800" y="3601540"/>
            <a:ext cx="0" cy="24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BCC1B6B0-300A-42F9-800B-B70851A80BA5}"/>
              </a:ext>
            </a:extLst>
          </p:cNvPr>
          <p:cNvSpPr/>
          <p:nvPr/>
        </p:nvSpPr>
        <p:spPr>
          <a:xfrm>
            <a:off x="6535271" y="1541929"/>
            <a:ext cx="1556200" cy="17929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E01F5FF-B9AA-4307-A198-56EF39991D3C}"/>
              </a:ext>
            </a:extLst>
          </p:cNvPr>
          <p:cNvSpPr/>
          <p:nvPr/>
        </p:nvSpPr>
        <p:spPr>
          <a:xfrm>
            <a:off x="10331973" y="1264020"/>
            <a:ext cx="1556200" cy="17929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F74D63F-3284-4C6B-BE25-23374D8A7F7D}"/>
              </a:ext>
            </a:extLst>
          </p:cNvPr>
          <p:cNvSpPr/>
          <p:nvPr/>
        </p:nvSpPr>
        <p:spPr>
          <a:xfrm>
            <a:off x="6535270" y="4100732"/>
            <a:ext cx="3003169" cy="16419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D780B71-9C09-4E0E-9BF9-64CFBCE0DCB5}"/>
              </a:ext>
            </a:extLst>
          </p:cNvPr>
          <p:cNvSpPr/>
          <p:nvPr/>
        </p:nvSpPr>
        <p:spPr>
          <a:xfrm>
            <a:off x="10340938" y="1443315"/>
            <a:ext cx="1556200" cy="17929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8731D15-E107-436B-A0B9-6BA0044B16E6}"/>
              </a:ext>
            </a:extLst>
          </p:cNvPr>
          <p:cNvSpPr/>
          <p:nvPr/>
        </p:nvSpPr>
        <p:spPr>
          <a:xfrm>
            <a:off x="6640471" y="4324296"/>
            <a:ext cx="2897967" cy="16419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385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B02A14-3B59-44F6-95C9-535CCF18BC5A}"/>
              </a:ext>
            </a:extLst>
          </p:cNvPr>
          <p:cNvSpPr txBox="1"/>
          <p:nvPr/>
        </p:nvSpPr>
        <p:spPr>
          <a:xfrm>
            <a:off x="4349973" y="152397"/>
            <a:ext cx="4014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데이터프레임 병합</a:t>
            </a:r>
            <a:r>
              <a:rPr lang="en-US" altLang="ko-KR" sz="2800" b="1" dirty="0">
                <a:solidFill>
                  <a:schemeClr val="bg1"/>
                </a:solidFill>
              </a:rPr>
              <a:t>(4/4)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F00881C-1CC6-4BD9-B4F4-FE42ED292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23" y="989512"/>
            <a:ext cx="5488459" cy="21409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32F089E-7436-472F-9F34-2F4C469E8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463" y="1159832"/>
            <a:ext cx="1909008" cy="14761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6369A33-94C0-4A26-B923-6CD2A0DB8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861" y="1122263"/>
            <a:ext cx="1840969" cy="2113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DBC51E-A4E8-4A24-986A-FA15E16514D8}"/>
              </a:ext>
            </a:extLst>
          </p:cNvPr>
          <p:cNvSpPr txBox="1"/>
          <p:nvPr/>
        </p:nvSpPr>
        <p:spPr>
          <a:xfrm>
            <a:off x="6064994" y="781535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customer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FCABB7-7C18-4782-98A8-1A5AD067BB58}"/>
              </a:ext>
            </a:extLst>
          </p:cNvPr>
          <p:cNvSpPr txBox="1"/>
          <p:nvPr/>
        </p:nvSpPr>
        <p:spPr>
          <a:xfrm>
            <a:off x="10604078" y="80284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orders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915498-9694-414F-94E7-AE3257CB78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4994" y="3843587"/>
            <a:ext cx="3586671" cy="24365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9D8D1C5-6EC5-4ADD-ABCD-9728BE2A10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368337"/>
            <a:ext cx="3609975" cy="22860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D8D893B-5860-432C-9C85-D3196A39A365}"/>
              </a:ext>
            </a:extLst>
          </p:cNvPr>
          <p:cNvCxnSpPr/>
          <p:nvPr/>
        </p:nvCxnSpPr>
        <p:spPr>
          <a:xfrm>
            <a:off x="7010400" y="2626977"/>
            <a:ext cx="475129" cy="74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F8B7C8A-9403-4751-889C-4CEFE7B054A7}"/>
              </a:ext>
            </a:extLst>
          </p:cNvPr>
          <p:cNvCxnSpPr/>
          <p:nvPr/>
        </p:nvCxnSpPr>
        <p:spPr>
          <a:xfrm flipH="1">
            <a:off x="8242038" y="2126547"/>
            <a:ext cx="1597955" cy="1137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2981423-BFDA-4109-A375-AB1CFA5ADD08}"/>
              </a:ext>
            </a:extLst>
          </p:cNvPr>
          <p:cNvCxnSpPr/>
          <p:nvPr/>
        </p:nvCxnSpPr>
        <p:spPr>
          <a:xfrm>
            <a:off x="7924800" y="3601540"/>
            <a:ext cx="0" cy="24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17E11F74-A519-479D-84CF-E7BD93220F1A}"/>
              </a:ext>
            </a:extLst>
          </p:cNvPr>
          <p:cNvSpPr/>
          <p:nvPr/>
        </p:nvSpPr>
        <p:spPr>
          <a:xfrm>
            <a:off x="6535271" y="1541929"/>
            <a:ext cx="1556200" cy="17929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3D9DC2C-8AD7-4A7B-832F-1E8C282CE5C3}"/>
              </a:ext>
            </a:extLst>
          </p:cNvPr>
          <p:cNvSpPr/>
          <p:nvPr/>
        </p:nvSpPr>
        <p:spPr>
          <a:xfrm>
            <a:off x="10331973" y="1264020"/>
            <a:ext cx="1556200" cy="17929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55EED1C-74F7-4432-B2DF-23765EE3438D}"/>
              </a:ext>
            </a:extLst>
          </p:cNvPr>
          <p:cNvSpPr/>
          <p:nvPr/>
        </p:nvSpPr>
        <p:spPr>
          <a:xfrm>
            <a:off x="6535270" y="4100732"/>
            <a:ext cx="3003169" cy="16419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8A10524-1044-4615-B338-9D4D5DF55FE1}"/>
              </a:ext>
            </a:extLst>
          </p:cNvPr>
          <p:cNvSpPr/>
          <p:nvPr/>
        </p:nvSpPr>
        <p:spPr>
          <a:xfrm>
            <a:off x="10340938" y="1443315"/>
            <a:ext cx="1556200" cy="17929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2AD430C-A595-4B5F-9406-B67BD87FC114}"/>
              </a:ext>
            </a:extLst>
          </p:cNvPr>
          <p:cNvSpPr/>
          <p:nvPr/>
        </p:nvSpPr>
        <p:spPr>
          <a:xfrm>
            <a:off x="6640471" y="4324296"/>
            <a:ext cx="2897967" cy="16419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547B5C9-ECA1-4402-9EB8-D83725C1E06F}"/>
              </a:ext>
            </a:extLst>
          </p:cNvPr>
          <p:cNvCxnSpPr/>
          <p:nvPr/>
        </p:nvCxnSpPr>
        <p:spPr>
          <a:xfrm>
            <a:off x="1586753" y="2563906"/>
            <a:ext cx="2599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546FBBD-C750-4369-864E-6D10C1221106}"/>
              </a:ext>
            </a:extLst>
          </p:cNvPr>
          <p:cNvCxnSpPr/>
          <p:nvPr/>
        </p:nvCxnSpPr>
        <p:spPr>
          <a:xfrm>
            <a:off x="2043953" y="2554943"/>
            <a:ext cx="2599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5F03B7E-C3F2-49F5-9ECC-851A2296CC5A}"/>
              </a:ext>
            </a:extLst>
          </p:cNvPr>
          <p:cNvCxnSpPr>
            <a:cxnSpLocks/>
          </p:cNvCxnSpPr>
          <p:nvPr/>
        </p:nvCxnSpPr>
        <p:spPr>
          <a:xfrm>
            <a:off x="3567953" y="2563905"/>
            <a:ext cx="69924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F391F9B-BD45-4D98-A0D8-31F39B1FF0F6}"/>
              </a:ext>
            </a:extLst>
          </p:cNvPr>
          <p:cNvCxnSpPr>
            <a:cxnSpLocks/>
          </p:cNvCxnSpPr>
          <p:nvPr/>
        </p:nvCxnSpPr>
        <p:spPr>
          <a:xfrm>
            <a:off x="2599764" y="2554942"/>
            <a:ext cx="699247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423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Box 1">
            <a:extLst>
              <a:ext uri="{FF2B5EF4-FFF2-40B4-BE49-F238E27FC236}">
                <a16:creationId xmlns:a16="http://schemas.microsoft.com/office/drawing/2014/main" id="{2DB29A70-DB06-4203-9F65-D6C3B13B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65388"/>
            <a:ext cx="4233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6000" b="1">
                <a:solidFill>
                  <a:srgbClr val="0070C0"/>
                </a:solidFill>
              </a:rPr>
              <a:t>감사합니다</a:t>
            </a:r>
            <a:r>
              <a:rPr lang="en-US" altLang="ko-KR" sz="6000" b="1">
                <a:solidFill>
                  <a:srgbClr val="0070C0"/>
                </a:solidFill>
              </a:rPr>
              <a:t>.</a:t>
            </a:r>
            <a:endParaRPr lang="ko-KR" altLang="en-US" sz="60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3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8289</TotalTime>
  <Words>215</Words>
  <Application>Microsoft Office PowerPoint</Application>
  <PresentationFormat>와이드스크린</PresentationFormat>
  <Paragraphs>87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871</cp:revision>
  <dcterms:created xsi:type="dcterms:W3CDTF">2024-09-09T09:01:14Z</dcterms:created>
  <dcterms:modified xsi:type="dcterms:W3CDTF">2025-07-17T07:52:04Z</dcterms:modified>
</cp:coreProperties>
</file>